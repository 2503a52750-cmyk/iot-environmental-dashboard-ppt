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7"/>
  </p:notesMasterIdLst>
  <p:handoutMasterIdLst>
    <p:handoutMasterId r:id="rId18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7" r:id="rId12"/>
    <p:sldId id="318" r:id="rId13"/>
    <p:sldId id="319" r:id="rId14"/>
    <p:sldId id="321" r:id="rId15"/>
    <p:sldId id="297" r:id="rId16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87C81C-338C-4C98-8CD3-9022F81C2785}" v="7" dt="2026-09-08T18:13:24.642"/>
  </p1510:revLst>
</p1510:revInfo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ITHA JANGITI" userId="700e7579b7281bd4" providerId="LiveId" clId="{AB3195C4-FEFC-4067-93D0-1EC65D286C2D}"/>
    <pc:docChg chg="modSld modMainMaster">
      <pc:chgData name="AKSHITHA JANGITI" userId="700e7579b7281bd4" providerId="LiveId" clId="{AB3195C4-FEFC-4067-93D0-1EC65D286C2D}" dt="2026-09-08T18:13:24.642" v="6"/>
      <pc:docMkLst>
        <pc:docMk/>
      </pc:docMkLst>
      <pc:sldChg chg="modTransition">
        <pc:chgData name="AKSHITHA JANGITI" userId="700e7579b7281bd4" providerId="LiveId" clId="{AB3195C4-FEFC-4067-93D0-1EC65D286C2D}" dt="2026-09-08T18:13:24.642" v="6"/>
        <pc:sldMkLst>
          <pc:docMk/>
          <pc:sldMk cId="2952923800" sldId="281"/>
        </pc:sldMkLst>
      </pc:sldChg>
      <pc:sldChg chg="modTransition">
        <pc:chgData name="AKSHITHA JANGITI" userId="700e7579b7281bd4" providerId="LiveId" clId="{AB3195C4-FEFC-4067-93D0-1EC65D286C2D}" dt="2026-09-08T18:13:24.642" v="6"/>
        <pc:sldMkLst>
          <pc:docMk/>
          <pc:sldMk cId="685681062" sldId="282"/>
        </pc:sldMkLst>
      </pc:sldChg>
      <pc:sldChg chg="modTransition">
        <pc:chgData name="AKSHITHA JANGITI" userId="700e7579b7281bd4" providerId="LiveId" clId="{AB3195C4-FEFC-4067-93D0-1EC65D286C2D}" dt="2026-09-08T18:13:24.642" v="6"/>
        <pc:sldMkLst>
          <pc:docMk/>
          <pc:sldMk cId="1973173046" sldId="297"/>
        </pc:sldMkLst>
      </pc:sldChg>
      <pc:sldChg chg="modTransition">
        <pc:chgData name="AKSHITHA JANGITI" userId="700e7579b7281bd4" providerId="LiveId" clId="{AB3195C4-FEFC-4067-93D0-1EC65D286C2D}" dt="2026-09-08T18:13:24.642" v="6"/>
        <pc:sldMkLst>
          <pc:docMk/>
          <pc:sldMk cId="3913219759" sldId="304"/>
        </pc:sldMkLst>
      </pc:sldChg>
      <pc:sldChg chg="modTransition">
        <pc:chgData name="AKSHITHA JANGITI" userId="700e7579b7281bd4" providerId="LiveId" clId="{AB3195C4-FEFC-4067-93D0-1EC65D286C2D}" dt="2026-09-08T18:13:24.642" v="6"/>
        <pc:sldMkLst>
          <pc:docMk/>
          <pc:sldMk cId="2906491918" sldId="307"/>
        </pc:sldMkLst>
      </pc:sldChg>
      <pc:sldChg chg="modTransition">
        <pc:chgData name="AKSHITHA JANGITI" userId="700e7579b7281bd4" providerId="LiveId" clId="{AB3195C4-FEFC-4067-93D0-1EC65D286C2D}" dt="2026-09-08T18:13:24.642" v="6"/>
        <pc:sldMkLst>
          <pc:docMk/>
          <pc:sldMk cId="2202437675" sldId="312"/>
        </pc:sldMkLst>
      </pc:sldChg>
      <pc:sldChg chg="modTransition">
        <pc:chgData name="AKSHITHA JANGITI" userId="700e7579b7281bd4" providerId="LiveId" clId="{AB3195C4-FEFC-4067-93D0-1EC65D286C2D}" dt="2026-09-08T18:13:24.642" v="6"/>
        <pc:sldMkLst>
          <pc:docMk/>
          <pc:sldMk cId="1131718056" sldId="314"/>
        </pc:sldMkLst>
      </pc:sldChg>
      <pc:sldChg chg="modTransition">
        <pc:chgData name="AKSHITHA JANGITI" userId="700e7579b7281bd4" providerId="LiveId" clId="{AB3195C4-FEFC-4067-93D0-1EC65D286C2D}" dt="2026-09-08T18:13:24.642" v="6"/>
        <pc:sldMkLst>
          <pc:docMk/>
          <pc:sldMk cId="2468595790" sldId="315"/>
        </pc:sldMkLst>
      </pc:sldChg>
      <pc:sldChg chg="modTransition">
        <pc:chgData name="AKSHITHA JANGITI" userId="700e7579b7281bd4" providerId="LiveId" clId="{AB3195C4-FEFC-4067-93D0-1EC65D286C2D}" dt="2026-09-08T18:13:24.642" v="6"/>
        <pc:sldMkLst>
          <pc:docMk/>
          <pc:sldMk cId="1941619646" sldId="317"/>
        </pc:sldMkLst>
      </pc:sldChg>
      <pc:sldChg chg="modTransition">
        <pc:chgData name="AKSHITHA JANGITI" userId="700e7579b7281bd4" providerId="LiveId" clId="{AB3195C4-FEFC-4067-93D0-1EC65D286C2D}" dt="2026-09-08T18:13:24.642" v="6"/>
        <pc:sldMkLst>
          <pc:docMk/>
          <pc:sldMk cId="4072101725" sldId="318"/>
        </pc:sldMkLst>
      </pc:sldChg>
      <pc:sldChg chg="modTransition">
        <pc:chgData name="AKSHITHA JANGITI" userId="700e7579b7281bd4" providerId="LiveId" clId="{AB3195C4-FEFC-4067-93D0-1EC65D286C2D}" dt="2026-09-08T18:13:24.642" v="6"/>
        <pc:sldMkLst>
          <pc:docMk/>
          <pc:sldMk cId="3969996159" sldId="319"/>
        </pc:sldMkLst>
      </pc:sldChg>
      <pc:sldChg chg="modTransition">
        <pc:chgData name="AKSHITHA JANGITI" userId="700e7579b7281bd4" providerId="LiveId" clId="{AB3195C4-FEFC-4067-93D0-1EC65D286C2D}" dt="2026-09-08T18:13:24.642" v="6"/>
        <pc:sldMkLst>
          <pc:docMk/>
          <pc:sldMk cId="2498021601" sldId="321"/>
        </pc:sldMkLst>
      </pc:sldChg>
      <pc:sldMasterChg chg="modTransition modSldLayout">
        <pc:chgData name="AKSHITHA JANGITI" userId="700e7579b7281bd4" providerId="LiveId" clId="{AB3195C4-FEFC-4067-93D0-1EC65D286C2D}" dt="2026-09-08T18:13:24.642" v="6"/>
        <pc:sldMasterMkLst>
          <pc:docMk/>
          <pc:sldMasterMk cId="154833434" sldId="2147483650"/>
        </pc:sldMasterMkLst>
        <pc:sldLayoutChg chg="modTransition">
          <pc:chgData name="AKSHITHA JANGITI" userId="700e7579b7281bd4" providerId="LiveId" clId="{AB3195C4-FEFC-4067-93D0-1EC65D286C2D}" dt="2026-09-08T18:13:24.642" v="6"/>
          <pc:sldLayoutMkLst>
            <pc:docMk/>
            <pc:sldMasterMk cId="154833434" sldId="2147483650"/>
            <pc:sldLayoutMk cId="2631799807" sldId="2147483651"/>
          </pc:sldLayoutMkLst>
        </pc:sldLayoutChg>
        <pc:sldLayoutChg chg="modTransition">
          <pc:chgData name="AKSHITHA JANGITI" userId="700e7579b7281bd4" providerId="LiveId" clId="{AB3195C4-FEFC-4067-93D0-1EC65D286C2D}" dt="2026-09-08T18:13:24.642" v="6"/>
          <pc:sldLayoutMkLst>
            <pc:docMk/>
            <pc:sldMasterMk cId="154833434" sldId="2147483650"/>
            <pc:sldLayoutMk cId="1681789449" sldId="2147483653"/>
          </pc:sldLayoutMkLst>
        </pc:sldLayoutChg>
        <pc:sldLayoutChg chg="modTransition">
          <pc:chgData name="AKSHITHA JANGITI" userId="700e7579b7281bd4" providerId="LiveId" clId="{AB3195C4-FEFC-4067-93D0-1EC65D286C2D}" dt="2026-09-08T18:13:24.642" v="6"/>
          <pc:sldLayoutMkLst>
            <pc:docMk/>
            <pc:sldMasterMk cId="154833434" sldId="2147483650"/>
            <pc:sldLayoutMk cId="2071868441" sldId="2147483656"/>
          </pc:sldLayoutMkLst>
        </pc:sldLayoutChg>
        <pc:sldLayoutChg chg="modTransition">
          <pc:chgData name="AKSHITHA JANGITI" userId="700e7579b7281bd4" providerId="LiveId" clId="{AB3195C4-FEFC-4067-93D0-1EC65D286C2D}" dt="2026-09-08T18:13:24.642" v="6"/>
          <pc:sldLayoutMkLst>
            <pc:docMk/>
            <pc:sldMasterMk cId="154833434" sldId="2147483650"/>
            <pc:sldLayoutMk cId="1581182869" sldId="2147483657"/>
          </pc:sldLayoutMkLst>
        </pc:sldLayoutChg>
        <pc:sldLayoutChg chg="modTransition">
          <pc:chgData name="AKSHITHA JANGITI" userId="700e7579b7281bd4" providerId="LiveId" clId="{AB3195C4-FEFC-4067-93D0-1EC65D286C2D}" dt="2026-09-08T18:13:24.642" v="6"/>
          <pc:sldLayoutMkLst>
            <pc:docMk/>
            <pc:sldMasterMk cId="154833434" sldId="2147483650"/>
            <pc:sldLayoutMk cId="2745005521" sldId="2147483658"/>
          </pc:sldLayoutMkLst>
        </pc:sldLayoutChg>
        <pc:sldLayoutChg chg="modTransition">
          <pc:chgData name="AKSHITHA JANGITI" userId="700e7579b7281bd4" providerId="LiveId" clId="{AB3195C4-FEFC-4067-93D0-1EC65D286C2D}" dt="2026-09-08T18:13:24.642" v="6"/>
          <pc:sldLayoutMkLst>
            <pc:docMk/>
            <pc:sldMasterMk cId="154833434" sldId="2147483650"/>
            <pc:sldLayoutMk cId="2234670087" sldId="2147483659"/>
          </pc:sldLayoutMkLst>
        </pc:sldLayoutChg>
        <pc:sldLayoutChg chg="modTransition">
          <pc:chgData name="AKSHITHA JANGITI" userId="700e7579b7281bd4" providerId="LiveId" clId="{AB3195C4-FEFC-4067-93D0-1EC65D286C2D}" dt="2026-09-08T18:13:24.642" v="6"/>
          <pc:sldLayoutMkLst>
            <pc:docMk/>
            <pc:sldMasterMk cId="154833434" sldId="2147483650"/>
            <pc:sldLayoutMk cId="2333964501" sldId="2147483663"/>
          </pc:sldLayoutMkLst>
        </pc:sldLayoutChg>
        <pc:sldLayoutChg chg="modTransition">
          <pc:chgData name="AKSHITHA JANGITI" userId="700e7579b7281bd4" providerId="LiveId" clId="{AB3195C4-FEFC-4067-93D0-1EC65D286C2D}" dt="2026-09-08T18:13:24.642" v="6"/>
          <pc:sldLayoutMkLst>
            <pc:docMk/>
            <pc:sldMasterMk cId="154833434" sldId="2147483650"/>
            <pc:sldLayoutMk cId="552850918" sldId="2147483668"/>
          </pc:sldLayoutMkLst>
        </pc:sldLayoutChg>
        <pc:sldLayoutChg chg="modTransition">
          <pc:chgData name="AKSHITHA JANGITI" userId="700e7579b7281bd4" providerId="LiveId" clId="{AB3195C4-FEFC-4067-93D0-1EC65D286C2D}" dt="2026-09-08T18:13:24.642" v="6"/>
          <pc:sldLayoutMkLst>
            <pc:docMk/>
            <pc:sldMasterMk cId="154833434" sldId="2147483650"/>
            <pc:sldLayoutMk cId="2372898826" sldId="2147483676"/>
          </pc:sldLayoutMkLst>
        </pc:sldLayoutChg>
        <pc:sldLayoutChg chg="modTransition">
          <pc:chgData name="AKSHITHA JANGITI" userId="700e7579b7281bd4" providerId="LiveId" clId="{AB3195C4-FEFC-4067-93D0-1EC65D286C2D}" dt="2026-09-08T18:13:24.642" v="6"/>
          <pc:sldLayoutMkLst>
            <pc:docMk/>
            <pc:sldMasterMk cId="154833434" sldId="2147483650"/>
            <pc:sldLayoutMk cId="433189165" sldId="2147483680"/>
          </pc:sldLayoutMkLst>
        </pc:sldLayoutChg>
        <pc:sldLayoutChg chg="modTransition">
          <pc:chgData name="AKSHITHA JANGITI" userId="700e7579b7281bd4" providerId="LiveId" clId="{AB3195C4-FEFC-4067-93D0-1EC65D286C2D}" dt="2026-09-08T18:13:24.642" v="6"/>
          <pc:sldLayoutMkLst>
            <pc:docMk/>
            <pc:sldMasterMk cId="154833434" sldId="2147483650"/>
            <pc:sldLayoutMk cId="3116296531" sldId="2147483685"/>
          </pc:sldLayoutMkLst>
        </pc:sldLayoutChg>
        <pc:sldLayoutChg chg="modTransition">
          <pc:chgData name="AKSHITHA JANGITI" userId="700e7579b7281bd4" providerId="LiveId" clId="{AB3195C4-FEFC-4067-93D0-1EC65D286C2D}" dt="2026-09-08T18:13:24.642" v="6"/>
          <pc:sldLayoutMkLst>
            <pc:docMk/>
            <pc:sldMasterMk cId="154833434" sldId="2147483650"/>
            <pc:sldLayoutMk cId="1686733275" sldId="2147483686"/>
          </pc:sldLayoutMkLst>
        </pc:sldLayoutChg>
        <pc:sldLayoutChg chg="modTransition">
          <pc:chgData name="AKSHITHA JANGITI" userId="700e7579b7281bd4" providerId="LiveId" clId="{AB3195C4-FEFC-4067-93D0-1EC65D286C2D}" dt="2026-09-08T18:13:24.642" v="6"/>
          <pc:sldLayoutMkLst>
            <pc:docMk/>
            <pc:sldMasterMk cId="154833434" sldId="2147483650"/>
            <pc:sldLayoutMk cId="3183620452" sldId="2147483687"/>
          </pc:sldLayoutMkLst>
        </pc:sldLayoutChg>
        <pc:sldLayoutChg chg="modTransition">
          <pc:chgData name="AKSHITHA JANGITI" userId="700e7579b7281bd4" providerId="LiveId" clId="{AB3195C4-FEFC-4067-93D0-1EC65D286C2D}" dt="2026-09-08T18:13:24.642" v="6"/>
          <pc:sldLayoutMkLst>
            <pc:docMk/>
            <pc:sldMasterMk cId="154833434" sldId="2147483650"/>
            <pc:sldLayoutMk cId="2207104535" sldId="2147483688"/>
          </pc:sldLayoutMkLst>
        </pc:sldLayoutChg>
        <pc:sldLayoutChg chg="modTransition">
          <pc:chgData name="AKSHITHA JANGITI" userId="700e7579b7281bd4" providerId="LiveId" clId="{AB3195C4-FEFC-4067-93D0-1EC65D286C2D}" dt="2026-09-08T18:13:24.642" v="6"/>
          <pc:sldLayoutMkLst>
            <pc:docMk/>
            <pc:sldMasterMk cId="154833434" sldId="2147483650"/>
            <pc:sldLayoutMk cId="2203958812" sldId="2147483689"/>
          </pc:sldLayoutMkLst>
        </pc:sldLayoutChg>
        <pc:sldLayoutChg chg="modTransition">
          <pc:chgData name="AKSHITHA JANGITI" userId="700e7579b7281bd4" providerId="LiveId" clId="{AB3195C4-FEFC-4067-93D0-1EC65D286C2D}" dt="2026-09-08T18:13:24.642" v="6"/>
          <pc:sldLayoutMkLst>
            <pc:docMk/>
            <pc:sldMasterMk cId="154833434" sldId="2147483650"/>
            <pc:sldLayoutMk cId="2586650709" sldId="2147483691"/>
          </pc:sldLayoutMkLst>
        </pc:sldLayoutChg>
        <pc:sldLayoutChg chg="modTransition">
          <pc:chgData name="AKSHITHA JANGITI" userId="700e7579b7281bd4" providerId="LiveId" clId="{AB3195C4-FEFC-4067-93D0-1EC65D286C2D}" dt="2026-09-08T18:13:24.642" v="6"/>
          <pc:sldLayoutMkLst>
            <pc:docMk/>
            <pc:sldMasterMk cId="154833434" sldId="2147483650"/>
            <pc:sldLayoutMk cId="2767508154" sldId="2147483692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IoT environment</a:t>
            </a:r>
            <a:br>
              <a:rPr lang="en-US" dirty="0"/>
            </a:br>
            <a:r>
              <a:rPr lang="en-US" dirty="0"/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Presented by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r>
              <a:rPr lang="en-US" dirty="0"/>
              <a:t>M.SRIVIDYA</a:t>
            </a:r>
          </a:p>
          <a:p>
            <a:r>
              <a:rPr lang="en-US" dirty="0"/>
              <a:t>N.SANVITHA</a:t>
            </a:r>
          </a:p>
          <a:p>
            <a:r>
              <a:rPr lang="en-US" dirty="0"/>
              <a:t>J.AKSHITHA</a:t>
            </a:r>
          </a:p>
          <a:p>
            <a:r>
              <a:rPr lang="en-US" dirty="0"/>
              <a:t>G.SANJANA</a:t>
            </a:r>
          </a:p>
          <a:p>
            <a:r>
              <a:rPr lang="en-US" dirty="0"/>
              <a:t>B.ANJALI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0828" y="-1559342"/>
            <a:ext cx="5723586" cy="4739104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pic>
        <p:nvPicPr>
          <p:cNvPr id="7" name="Picture Placeholder 6" descr="A person standing in front of a whiteboard">
            <a:extLst>
              <a:ext uri="{FF2B5EF4-FFF2-40B4-BE49-F238E27FC236}">
                <a16:creationId xmlns:a16="http://schemas.microsoft.com/office/drawing/2014/main" id="{DD186EAB-37C7-E7E6-AE8D-F077D02804F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7208" r="27208"/>
          <a:stretch/>
        </p:blipFill>
        <p:spPr>
          <a:xfrm>
            <a:off x="443345" y="0"/>
            <a:ext cx="4344695" cy="6359525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02E372-5A21-C1D9-0A60-9F0564F8ED18}"/>
              </a:ext>
            </a:extLst>
          </p:cNvPr>
          <p:cNvSpPr txBox="1"/>
          <p:nvPr/>
        </p:nvSpPr>
        <p:spPr>
          <a:xfrm>
            <a:off x="5034117" y="2831690"/>
            <a:ext cx="59976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PROBLEM:</a:t>
            </a:r>
          </a:p>
          <a:p>
            <a:endParaRPr lang="en-IN" dirty="0"/>
          </a:p>
          <a:p>
            <a:r>
              <a:rPr lang="en-IN" dirty="0"/>
              <a:t>-Manual monitoring is time-consuming.</a:t>
            </a:r>
          </a:p>
          <a:p>
            <a:r>
              <a:rPr lang="en-IN" dirty="0"/>
              <a:t>-Environmental data is not continuously available.</a:t>
            </a:r>
          </a:p>
          <a:p>
            <a:r>
              <a:rPr lang="en-IN" dirty="0"/>
              <a:t>-Difficult to monitor conditions remotely.</a:t>
            </a:r>
          </a:p>
          <a:p>
            <a:r>
              <a:rPr lang="en-IN" dirty="0"/>
              <a:t>-Limited real-time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6"/>
            <a:ext cx="4188542" cy="869848"/>
          </a:xfrm>
        </p:spPr>
        <p:txBody>
          <a:bodyPr/>
          <a:lstStyle/>
          <a:p>
            <a:r>
              <a:rPr lang="en-US" dirty="0"/>
              <a:t>Proposed solution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680" y="2472813"/>
            <a:ext cx="3417062" cy="506361"/>
          </a:xfrm>
        </p:spPr>
        <p:txBody>
          <a:bodyPr/>
          <a:lstStyle/>
          <a:p>
            <a:r>
              <a:rPr lang="en-US" dirty="0"/>
              <a:t>OUR SOLUTION: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Placeholder 5" descr="A person holding a microphone and standing in front of a group of people">
            <a:extLst>
              <a:ext uri="{FF2B5EF4-FFF2-40B4-BE49-F238E27FC236}">
                <a16:creationId xmlns:a16="http://schemas.microsoft.com/office/drawing/2014/main" id="{FECDA901-DD88-89EB-E10E-A2994D0A92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l="27745" r="27745"/>
          <a:stretch/>
        </p:blipFill>
        <p:spPr>
          <a:xfrm>
            <a:off x="7414194" y="410780"/>
            <a:ext cx="4344695" cy="6447220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AF936D-AEBE-2111-8CE1-3522F8932BA1}"/>
              </a:ext>
            </a:extLst>
          </p:cNvPr>
          <p:cNvSpPr txBox="1"/>
          <p:nvPr/>
        </p:nvSpPr>
        <p:spPr>
          <a:xfrm>
            <a:off x="565003" y="3429000"/>
            <a:ext cx="58403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IOT ENIVRONMENTAL DASHBOARD</a:t>
            </a:r>
          </a:p>
          <a:p>
            <a:endParaRPr lang="en-IN" dirty="0"/>
          </a:p>
          <a:p>
            <a:r>
              <a:rPr lang="en-IN" dirty="0"/>
              <a:t> A Smart platform that collects environmental data and presents it through a real-time dashboard.</a:t>
            </a:r>
          </a:p>
          <a:p>
            <a:endParaRPr lang="en-IN" dirty="0"/>
          </a:p>
          <a:p>
            <a:r>
              <a:rPr lang="en-IN" dirty="0"/>
              <a:t>MAIN PARAMETERS:</a:t>
            </a:r>
          </a:p>
          <a:p>
            <a:endParaRPr lang="en-IN" dirty="0"/>
          </a:p>
          <a:p>
            <a:r>
              <a:rPr lang="en-IN" dirty="0"/>
              <a:t>Temperature</a:t>
            </a:r>
          </a:p>
          <a:p>
            <a:r>
              <a:rPr lang="en-IN" dirty="0"/>
              <a:t>Humidity</a:t>
            </a:r>
          </a:p>
          <a:p>
            <a:r>
              <a:rPr lang="en-IN" dirty="0"/>
              <a:t>Environmental Status</a:t>
            </a: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/>
          <a:lstStyle/>
          <a:p>
            <a:r>
              <a:rPr lang="en-US" dirty="0"/>
              <a:t>Monitor temperature</a:t>
            </a:r>
          </a:p>
          <a:p>
            <a:r>
              <a:rPr lang="en-US" dirty="0"/>
              <a:t>Monitor humidity</a:t>
            </a:r>
          </a:p>
          <a:p>
            <a:r>
              <a:rPr lang="en-US" dirty="0"/>
              <a:t>Visualize data in real time</a:t>
            </a:r>
          </a:p>
          <a:p>
            <a:r>
              <a:rPr lang="en-US" dirty="0"/>
              <a:t>Display environmental status</a:t>
            </a:r>
          </a:p>
          <a:p>
            <a:r>
              <a:rPr lang="en-US" dirty="0"/>
              <a:t>Enable remote monitoring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5"/>
            <a:ext cx="5339630" cy="220919"/>
          </a:xfrm>
        </p:spPr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878976" y="3504888"/>
            <a:ext cx="7043618" cy="2233233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BD6E08-B61F-5114-3E87-A695C32D06BE}"/>
              </a:ext>
            </a:extLst>
          </p:cNvPr>
          <p:cNvSpPr/>
          <p:nvPr/>
        </p:nvSpPr>
        <p:spPr>
          <a:xfrm>
            <a:off x="3843705" y="2021236"/>
            <a:ext cx="1268361" cy="91440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DHT11 SENSOR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E58183-A092-B6F7-4FA1-EB9C410C0DA1}"/>
              </a:ext>
            </a:extLst>
          </p:cNvPr>
          <p:cNvSpPr/>
          <p:nvPr/>
        </p:nvSpPr>
        <p:spPr>
          <a:xfrm>
            <a:off x="6563065" y="1994321"/>
            <a:ext cx="1190419" cy="91440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ESP32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45151A-622D-C9FF-F91D-4382C0422B29}"/>
              </a:ext>
            </a:extLst>
          </p:cNvPr>
          <p:cNvSpPr/>
          <p:nvPr/>
        </p:nvSpPr>
        <p:spPr>
          <a:xfrm>
            <a:off x="9340748" y="2029360"/>
            <a:ext cx="1097727" cy="91440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WI-FI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D2B9C6-753A-519D-62E5-A8166A6DC6A9}"/>
              </a:ext>
            </a:extLst>
          </p:cNvPr>
          <p:cNvSpPr/>
          <p:nvPr/>
        </p:nvSpPr>
        <p:spPr>
          <a:xfrm>
            <a:off x="9400785" y="3707104"/>
            <a:ext cx="1190419" cy="91440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AWS IOT CORE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A62B6C-98A8-67BA-4C1E-05BB1F2B5225}"/>
              </a:ext>
            </a:extLst>
          </p:cNvPr>
          <p:cNvSpPr/>
          <p:nvPr/>
        </p:nvSpPr>
        <p:spPr>
          <a:xfrm>
            <a:off x="9340748" y="5507478"/>
            <a:ext cx="1323511" cy="91440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AWS LAMBDA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F7B7E4-4D95-581C-7AD8-37DD98C546F9}"/>
              </a:ext>
            </a:extLst>
          </p:cNvPr>
          <p:cNvSpPr/>
          <p:nvPr/>
        </p:nvSpPr>
        <p:spPr>
          <a:xfrm>
            <a:off x="6794261" y="5507478"/>
            <a:ext cx="1428600" cy="91440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AMAZON S3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6A8264-DF8B-85F8-BFC6-259C06090B7B}"/>
              </a:ext>
            </a:extLst>
          </p:cNvPr>
          <p:cNvSpPr/>
          <p:nvPr/>
        </p:nvSpPr>
        <p:spPr>
          <a:xfrm>
            <a:off x="3877762" y="5507478"/>
            <a:ext cx="1715729" cy="91440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DASHBOARD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47D9B495-7000-0F5C-24CD-90D7AEFD4287}"/>
              </a:ext>
            </a:extLst>
          </p:cNvPr>
          <p:cNvSpPr/>
          <p:nvPr/>
        </p:nvSpPr>
        <p:spPr>
          <a:xfrm>
            <a:off x="8057912" y="223612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49FFE49C-7187-4CCD-695D-DF3233A4998A}"/>
              </a:ext>
            </a:extLst>
          </p:cNvPr>
          <p:cNvSpPr/>
          <p:nvPr/>
        </p:nvSpPr>
        <p:spPr>
          <a:xfrm>
            <a:off x="5416494" y="223612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DB9DFC69-08FC-07AF-457A-4770B0A07759}"/>
              </a:ext>
            </a:extLst>
          </p:cNvPr>
          <p:cNvSpPr/>
          <p:nvPr/>
        </p:nvSpPr>
        <p:spPr>
          <a:xfrm>
            <a:off x="9704439" y="3165987"/>
            <a:ext cx="383458" cy="37394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4B8538CD-BD16-957C-B774-928153BDAA9C}"/>
              </a:ext>
            </a:extLst>
          </p:cNvPr>
          <p:cNvSpPr/>
          <p:nvPr/>
        </p:nvSpPr>
        <p:spPr>
          <a:xfrm>
            <a:off x="9836846" y="4944397"/>
            <a:ext cx="395152" cy="34202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Arrow: Left 21">
            <a:extLst>
              <a:ext uri="{FF2B5EF4-FFF2-40B4-BE49-F238E27FC236}">
                <a16:creationId xmlns:a16="http://schemas.microsoft.com/office/drawing/2014/main" id="{6A354F99-1F0D-842F-846B-1625C2A0EAD5}"/>
              </a:ext>
            </a:extLst>
          </p:cNvPr>
          <p:cNvSpPr/>
          <p:nvPr/>
        </p:nvSpPr>
        <p:spPr>
          <a:xfrm>
            <a:off x="8362209" y="5738121"/>
            <a:ext cx="775937" cy="4846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Arrow: Left 22">
            <a:extLst>
              <a:ext uri="{FF2B5EF4-FFF2-40B4-BE49-F238E27FC236}">
                <a16:creationId xmlns:a16="http://schemas.microsoft.com/office/drawing/2014/main" id="{6E17104C-5256-12C3-15F5-4EAFC0FEFA33}"/>
              </a:ext>
            </a:extLst>
          </p:cNvPr>
          <p:cNvSpPr/>
          <p:nvPr/>
        </p:nvSpPr>
        <p:spPr>
          <a:xfrm>
            <a:off x="5878976" y="5774080"/>
            <a:ext cx="762662" cy="44867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6735098" cy="217417"/>
          </a:xfrm>
        </p:spPr>
        <p:txBody>
          <a:bodyPr/>
          <a:lstStyle/>
          <a:p>
            <a:r>
              <a:rPr lang="en-US" dirty="0"/>
              <a:t>TECHNOLOGY STACK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3283119" cy="3720337"/>
          </a:xfrm>
        </p:spPr>
        <p:txBody>
          <a:bodyPr>
            <a:normAutofit/>
          </a:bodyPr>
          <a:lstStyle/>
          <a:p>
            <a:r>
              <a:rPr lang="en-US" dirty="0"/>
              <a:t>TECHNOLOGY</a:t>
            </a:r>
          </a:p>
          <a:p>
            <a:r>
              <a:rPr lang="en-US" dirty="0"/>
              <a:t>ESP32</a:t>
            </a:r>
          </a:p>
          <a:p>
            <a:r>
              <a:rPr lang="en-US" dirty="0"/>
              <a:t>DHT11</a:t>
            </a:r>
          </a:p>
          <a:p>
            <a:r>
              <a:rPr lang="en-US" dirty="0"/>
              <a:t>OLED</a:t>
            </a:r>
          </a:p>
          <a:p>
            <a:r>
              <a:rPr lang="en-US" dirty="0"/>
              <a:t>AWS IOT CORE</a:t>
            </a:r>
          </a:p>
          <a:p>
            <a:r>
              <a:rPr lang="en-US" dirty="0"/>
              <a:t>LAMBDA</a:t>
            </a:r>
          </a:p>
          <a:p>
            <a:r>
              <a:rPr lang="en-US" dirty="0"/>
              <a:t>S3</a:t>
            </a:r>
          </a:p>
          <a:p>
            <a:r>
              <a:rPr lang="en-US" dirty="0"/>
              <a:t>HTML/CSS/JS</a:t>
            </a: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880853" y="2303028"/>
            <a:ext cx="2546553" cy="3720337"/>
          </a:xfrm>
        </p:spPr>
        <p:txBody>
          <a:bodyPr>
            <a:normAutofit/>
          </a:bodyPr>
          <a:lstStyle/>
          <a:p>
            <a:r>
              <a:rPr lang="en-US" dirty="0"/>
              <a:t>PURPOSE</a:t>
            </a:r>
          </a:p>
          <a:p>
            <a:r>
              <a:rPr lang="en-US" dirty="0"/>
              <a:t>Data collection &amp;</a:t>
            </a:r>
            <a:r>
              <a:rPr lang="en-US" dirty="0" err="1"/>
              <a:t>wifi</a:t>
            </a:r>
            <a:endParaRPr lang="en-US" dirty="0"/>
          </a:p>
          <a:p>
            <a:r>
              <a:rPr lang="en-US" dirty="0" err="1"/>
              <a:t>Temperature&amp;humidity</a:t>
            </a:r>
            <a:endParaRPr lang="en-US" dirty="0"/>
          </a:p>
          <a:p>
            <a:r>
              <a:rPr lang="en-US" dirty="0"/>
              <a:t>Local display</a:t>
            </a:r>
          </a:p>
          <a:p>
            <a:r>
              <a:rPr lang="en-US" dirty="0" err="1"/>
              <a:t>Iot</a:t>
            </a:r>
            <a:r>
              <a:rPr lang="en-US" dirty="0"/>
              <a:t> communication</a:t>
            </a:r>
          </a:p>
          <a:p>
            <a:r>
              <a:rPr lang="en-US" dirty="0"/>
              <a:t>Data processing</a:t>
            </a:r>
          </a:p>
          <a:p>
            <a:r>
              <a:rPr lang="en-US" dirty="0"/>
              <a:t>Data storage</a:t>
            </a:r>
          </a:p>
          <a:p>
            <a:r>
              <a:rPr lang="en-US" dirty="0"/>
              <a:t>Dashboard 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9303" y="558271"/>
            <a:ext cx="6577781" cy="814246"/>
          </a:xfrm>
        </p:spPr>
        <p:txBody>
          <a:bodyPr/>
          <a:lstStyle/>
          <a:p>
            <a:r>
              <a:rPr lang="en-US" dirty="0"/>
              <a:t>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A5EC6A-869A-23AB-BC1F-FFCFCB66BCD3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3"/>
          <a:stretch>
            <a:fillRect/>
          </a:stretch>
        </p:blipFill>
        <p:spPr>
          <a:xfrm>
            <a:off x="806245" y="1769806"/>
            <a:ext cx="7462684" cy="5088194"/>
          </a:xfrm>
          <a:prstGeom prst="rect">
            <a:avLst/>
          </a:prstGeom>
        </p:spPr>
      </p:pic>
      <p:pic>
        <p:nvPicPr>
          <p:cNvPr id="10" name="Picture Placeholder 9" descr="A person wearing a blue suit and headphones pointing at a computer">
            <a:extLst>
              <a:ext uri="{FF2B5EF4-FFF2-40B4-BE49-F238E27FC236}">
                <a16:creationId xmlns:a16="http://schemas.microsoft.com/office/drawing/2014/main" id="{DD0A0899-5B02-CEB5-E5DD-448B169C23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31888" r="31888"/>
          <a:stretch/>
        </p:blipFill>
        <p:spPr>
          <a:xfrm>
            <a:off x="8989454" y="965393"/>
            <a:ext cx="3202545" cy="589260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2320414" y="164404"/>
            <a:ext cx="5624052" cy="600075"/>
          </a:xfrm>
        </p:spPr>
        <p:txBody>
          <a:bodyPr/>
          <a:lstStyle/>
          <a:p>
            <a:r>
              <a:rPr lang="en-US" dirty="0"/>
              <a:t>Working process</a:t>
            </a:r>
          </a:p>
        </p:txBody>
      </p:sp>
      <p:pic>
        <p:nvPicPr>
          <p:cNvPr id="7" name="Picture Placeholder 6" descr="A person wearing glasses and a blue shirt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19088" r="19088"/>
          <a:stretch/>
        </p:blipFill>
        <p:spPr>
          <a:xfrm>
            <a:off x="8989454" y="3405189"/>
            <a:ext cx="3202546" cy="3452811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9A5A51D-0918-DE6A-F396-BA7302FCD626}"/>
              </a:ext>
            </a:extLst>
          </p:cNvPr>
          <p:cNvSpPr/>
          <p:nvPr/>
        </p:nvSpPr>
        <p:spPr>
          <a:xfrm>
            <a:off x="186808" y="912779"/>
            <a:ext cx="1809138" cy="9144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SENSE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53A7312-9578-4443-3971-E3769816A878}"/>
              </a:ext>
            </a:extLst>
          </p:cNvPr>
          <p:cNvSpPr/>
          <p:nvPr/>
        </p:nvSpPr>
        <p:spPr>
          <a:xfrm>
            <a:off x="997973" y="1975478"/>
            <a:ext cx="1995947" cy="9144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COLLECT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32688F7-67A0-57CF-8957-DF54A3DD7E72}"/>
              </a:ext>
            </a:extLst>
          </p:cNvPr>
          <p:cNvSpPr/>
          <p:nvPr/>
        </p:nvSpPr>
        <p:spPr>
          <a:xfrm>
            <a:off x="1809138" y="3053722"/>
            <a:ext cx="2241756" cy="9144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TRANSMIT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CFE46F1-32C9-F549-4EEB-2E39068915D6}"/>
              </a:ext>
            </a:extLst>
          </p:cNvPr>
          <p:cNvSpPr/>
          <p:nvPr/>
        </p:nvSpPr>
        <p:spPr>
          <a:xfrm>
            <a:off x="3314871" y="3968122"/>
            <a:ext cx="1995947" cy="9144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PROCESS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C1A984C-5A5A-6907-83D9-7BAC9CCFAB16}"/>
              </a:ext>
            </a:extLst>
          </p:cNvPr>
          <p:cNvSpPr/>
          <p:nvPr/>
        </p:nvSpPr>
        <p:spPr>
          <a:xfrm>
            <a:off x="4864152" y="4882522"/>
            <a:ext cx="1730475" cy="9144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STORE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B40966D-A34D-79BB-C25A-213F83AF2F8B}"/>
              </a:ext>
            </a:extLst>
          </p:cNvPr>
          <p:cNvSpPr/>
          <p:nvPr/>
        </p:nvSpPr>
        <p:spPr>
          <a:xfrm>
            <a:off x="6425382" y="5796922"/>
            <a:ext cx="1995947" cy="9144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VISUALIZE</a:t>
            </a:r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/>
          <a:lstStyle/>
          <a:p>
            <a:r>
              <a:rPr lang="en-US" dirty="0"/>
              <a:t>KEY FEATURES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636758"/>
            <a:ext cx="5902288" cy="3704266"/>
          </a:xfrm>
        </p:spPr>
        <p:txBody>
          <a:bodyPr/>
          <a:lstStyle/>
          <a:p>
            <a:r>
              <a:rPr lang="en-US" dirty="0"/>
              <a:t>-TEMPERATURE MONITORING</a:t>
            </a:r>
          </a:p>
          <a:p>
            <a:r>
              <a:rPr lang="en-US" dirty="0"/>
              <a:t>-HUMIDITY MONITORING</a:t>
            </a:r>
          </a:p>
          <a:p>
            <a:r>
              <a:rPr lang="en-US" dirty="0"/>
              <a:t>-REAL-TIME GRAPHS</a:t>
            </a:r>
          </a:p>
          <a:p>
            <a:r>
              <a:rPr lang="en-US" dirty="0"/>
              <a:t>-STATUS MONITORING</a:t>
            </a:r>
          </a:p>
          <a:p>
            <a:r>
              <a:rPr lang="en-US" dirty="0"/>
              <a:t>-CLOUD INTEGRATION</a:t>
            </a:r>
          </a:p>
          <a:p>
            <a:r>
              <a:rPr lang="en-US" dirty="0"/>
              <a:t>-REMOTE ACCESSIBILITY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255" y="598601"/>
            <a:ext cx="9875463" cy="999746"/>
          </a:xfrm>
        </p:spPr>
        <p:txBody>
          <a:bodyPr/>
          <a:lstStyle/>
          <a:p>
            <a:r>
              <a:rPr lang="en-US" dirty="0"/>
              <a:t>APPLICATIONS&amp;FUTURE SCOPES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303028"/>
            <a:ext cx="5829147" cy="39615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APPLICATIONS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-Smart Homes</a:t>
            </a:r>
          </a:p>
          <a:p>
            <a:pPr marL="0" indent="0">
              <a:buNone/>
            </a:pPr>
            <a:r>
              <a:rPr lang="en-US" dirty="0"/>
              <a:t>-Smart Agriculture</a:t>
            </a:r>
          </a:p>
          <a:p>
            <a:pPr marL="0" indent="0">
              <a:buNone/>
            </a:pPr>
            <a:r>
              <a:rPr lang="en-US" dirty="0"/>
              <a:t>-Laboratories</a:t>
            </a:r>
          </a:p>
          <a:p>
            <a:pPr marL="0" indent="0">
              <a:buNone/>
            </a:pPr>
            <a:r>
              <a:rPr lang="en-US" dirty="0"/>
              <a:t>-Offices</a:t>
            </a:r>
          </a:p>
          <a:p>
            <a:pPr marL="0" indent="0">
              <a:buNone/>
            </a:pPr>
            <a:r>
              <a:rPr lang="en-US" dirty="0"/>
              <a:t>-Industrial monitoring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0853098E-C088-D323-4BF2-987893F262F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997678" y="2224370"/>
            <a:ext cx="3569110" cy="306538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FUTURE SCOPE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-Mobile application</a:t>
            </a:r>
          </a:p>
          <a:p>
            <a:pPr marL="0" indent="0">
              <a:buNone/>
            </a:pPr>
            <a:r>
              <a:rPr lang="en-US" dirty="0"/>
              <a:t>-Automatic alerts</a:t>
            </a:r>
          </a:p>
          <a:p>
            <a:pPr marL="0" indent="0">
              <a:buNone/>
            </a:pPr>
            <a:r>
              <a:rPr lang="en-US" dirty="0"/>
              <a:t>-More sensors</a:t>
            </a:r>
          </a:p>
          <a:p>
            <a:pPr marL="0" indent="0">
              <a:buNone/>
            </a:pPr>
            <a:r>
              <a:rPr lang="en-US" dirty="0"/>
              <a:t>-AI-Based prediction</a:t>
            </a:r>
          </a:p>
          <a:p>
            <a:pPr marL="0" indent="0">
              <a:buNone/>
            </a:pPr>
            <a:r>
              <a:rPr lang="en-US" dirty="0"/>
              <a:t>-Advanced analytics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{1D6B5B56-F44F-4D82-B9AE-96A7E381BE7D}TF8a9b5915-b8c7-461e-8cdd-693d48b5e32371f7b7e2_win32-4bf0b9a2ea37</Template>
  <TotalTime>71</TotalTime>
  <Words>221</Words>
  <Application>Microsoft Office PowerPoint</Application>
  <PresentationFormat>Widescreen</PresentationFormat>
  <Paragraphs>95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Sabon Next LT</vt:lpstr>
      <vt:lpstr>Custom</vt:lpstr>
      <vt:lpstr>IoT environment dashboard</vt:lpstr>
      <vt:lpstr>Presented by</vt:lpstr>
      <vt:lpstr>PROBLEM STATEMENT</vt:lpstr>
      <vt:lpstr>Proposed solution</vt:lpstr>
      <vt:lpstr>objective</vt:lpstr>
      <vt:lpstr>System architecture</vt:lpstr>
      <vt:lpstr>TECHNOLOGY STACK</vt:lpstr>
      <vt:lpstr>dashboard</vt:lpstr>
      <vt:lpstr>Working process</vt:lpstr>
      <vt:lpstr>KEY FEATURES</vt:lpstr>
      <vt:lpstr>APPLICATIONS&amp;FUTURE SCOPES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AKSHITHA JANGITI</dc:creator>
  <cp:lastModifiedBy>AKSHITHA JANGITI</cp:lastModifiedBy>
  <cp:revision>2</cp:revision>
  <dcterms:created xsi:type="dcterms:W3CDTF">2026-09-08T17:03:13Z</dcterms:created>
  <dcterms:modified xsi:type="dcterms:W3CDTF">2026-09-08T18:45:26Z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